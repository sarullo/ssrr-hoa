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notesMasterIdLst>
    <p:notesMasterId r:id="rId13"/>
  </p:notesMasterIdLst>
  <p:sldIdLst>
    <p:sldId id="263" r:id="rId2"/>
    <p:sldId id="264" r:id="rId3"/>
    <p:sldId id="265" r:id="rId4"/>
    <p:sldId id="262" r:id="rId5"/>
    <p:sldId id="261" r:id="rId6"/>
    <p:sldId id="266" r:id="rId7"/>
    <p:sldId id="267" r:id="rId8"/>
    <p:sldId id="268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7959"/>
  </p:normalViewPr>
  <p:slideViewPr>
    <p:cSldViewPr snapToGrid="0">
      <p:cViewPr varScale="1">
        <p:scale>
          <a:sx n="94" d="100"/>
          <a:sy n="94" d="100"/>
        </p:scale>
        <p:origin x="1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21D27-9BED-C843-8450-E6530376452F}" type="datetimeFigureOut">
              <a:rPr lang="en-US" smtClean="0"/>
              <a:t>5/6/25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6C3626-2486-454C-AC1A-B3BFB93F5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51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643F-3F4D-5A45-B049-53842821279B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7B817-B0C3-4740-BD3F-F48471AD1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58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643F-3F4D-5A45-B049-53842821279B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7B817-B0C3-4740-BD3F-F48471AD1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31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643F-3F4D-5A45-B049-53842821279B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7B817-B0C3-4740-BD3F-F48471AD1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8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643F-3F4D-5A45-B049-53842821279B}" type="datetimeFigureOut">
              <a:rPr lang="en-US" smtClean="0"/>
              <a:t>5/6/25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7B817-B0C3-4740-BD3F-F48471AD1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65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643F-3F4D-5A45-B049-53842821279B}" type="datetimeFigureOut">
              <a:rPr lang="en-US" smtClean="0"/>
              <a:t>5/6/25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7B817-B0C3-4740-BD3F-F48471AD1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86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643F-3F4D-5A45-B049-53842821279B}" type="datetimeFigureOut">
              <a:rPr lang="en-US" smtClean="0"/>
              <a:t>5/6/25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7B817-B0C3-4740-BD3F-F48471AD1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60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643F-3F4D-5A45-B049-53842821279B}" type="datetimeFigureOut">
              <a:rPr lang="en-US" smtClean="0"/>
              <a:t>5/6/25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7B817-B0C3-4740-BD3F-F48471AD1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2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643F-3F4D-5A45-B049-53842821279B}" type="datetimeFigureOut">
              <a:rPr lang="en-US" smtClean="0"/>
              <a:t>5/6/25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7B817-B0C3-4740-BD3F-F48471AD1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94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643F-3F4D-5A45-B049-53842821279B}" type="datetimeFigureOut">
              <a:rPr lang="en-US" smtClean="0"/>
              <a:t>5/6/25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7B817-B0C3-4740-BD3F-F48471AD1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33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643F-3F4D-5A45-B049-53842821279B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7B817-B0C3-4740-BD3F-F48471AD1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5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643F-3F4D-5A45-B049-53842821279B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7B817-B0C3-4740-BD3F-F48471AD11C1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9122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643F-3F4D-5A45-B049-53842821279B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7B817-B0C3-4740-BD3F-F48471AD1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92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643F-3F4D-5A45-B049-53842821279B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7B817-B0C3-4740-BD3F-F48471AD11C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77710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643F-3F4D-5A45-B049-53842821279B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7B817-B0C3-4740-BD3F-F48471AD1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2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643F-3F4D-5A45-B049-53842821279B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7B817-B0C3-4740-BD3F-F48471AD1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0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643F-3F4D-5A45-B049-53842821279B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7B817-B0C3-4740-BD3F-F48471AD1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18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C643F-3F4D-5A45-B049-53842821279B}" type="datetimeFigureOut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757B817-B0C3-4740-BD3F-F48471AD1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84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.lacounty.gov/fire-hazard-reduction-programs/" TargetMode="External"/><Relationship Id="rId2" Type="http://schemas.openxmlformats.org/officeDocument/2006/relationships/hyperlink" Target="https://osfm.fire.ca.gov/what-we-do/community-wildfire-preparedness-and-mitigation/fire-hazard-severity-zone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vpready.gov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osfm.fire.ca.gov/what-we-do/community-wildfire-preparedness-and-mitigation/fire-hazard-severity-zon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.lacounty.gov/wp-content/uploads/2021/05/Defensible-Space-booklet-2021WEB.pdf" TargetMode="External"/><Relationship Id="rId2" Type="http://schemas.openxmlformats.org/officeDocument/2006/relationships/hyperlink" Target="https://lafd.org/fire-prevention/brush/brush-clearance-requirement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F482C-7951-087B-6840-2F5651971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SSRR HOA Annual Meeting </a:t>
            </a:r>
            <a:br>
              <a:rPr lang="en-US" dirty="0"/>
            </a:br>
            <a:r>
              <a:rPr lang="en-US"/>
              <a:t>Agenda-April 27, </a:t>
            </a:r>
            <a:r>
              <a:rPr lang="en-US" dirty="0"/>
              <a:t>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608E0-BBF6-0174-B84F-74127B07B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2160589"/>
            <a:ext cx="4274810" cy="3880773"/>
          </a:xfrm>
        </p:spPr>
        <p:txBody>
          <a:bodyPr>
            <a:normAutofit lnSpcReduction="1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1.  Validate meeting quorum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2.  Approval of last year’s minutes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</a:rPr>
              <a:t>3.  Summary of Board actions last year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</a:rPr>
              <a:t>4.  Introduction of new neighbors/changes to residents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</a:rPr>
              <a:t>5.  </a:t>
            </a:r>
            <a:r>
              <a:rPr lang="en-US" sz="24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Financial report &amp; Dues, Unpaid 2024 and prior by property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84FF42-FD75-1520-CBFC-C04BC5B33153}"/>
              </a:ext>
            </a:extLst>
          </p:cNvPr>
          <p:cNvSpPr txBox="1">
            <a:spLocks/>
          </p:cNvSpPr>
          <p:nvPr/>
        </p:nvSpPr>
        <p:spPr>
          <a:xfrm>
            <a:off x="5206525" y="2242781"/>
            <a:ext cx="4593309" cy="38807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6</a:t>
            </a:r>
            <a:r>
              <a:rPr lang="en-US" sz="24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 Septic System Care &amp; Maintenance: Peninsula Septic Service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Q&amp;A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u="sng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7. Safety : </a:t>
            </a:r>
            <a:r>
              <a:rPr lang="en-US" sz="24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Crime Report  &amp; Surveillance Camera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8.  </a:t>
            </a:r>
            <a:r>
              <a:rPr lang="en-US" sz="2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Update: </a:t>
            </a:r>
            <a:r>
              <a:rPr lang="en-US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Fire Preparedness  for Palos Verdes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9.  Draft SSRR HOA Vision &amp; Mission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10. Solicitation &amp; Election of  Board Members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11.  Open forum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07935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BFDAF-6A0B-7165-9789-ED31217B5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Accomplishments and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0E10D-48BB-450A-F0CC-3A99CC618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0280" y="1739783"/>
            <a:ext cx="4547484" cy="4322098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6"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Held a successful Ice Cream Social in August that brought families and residents together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6"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Replaced No Parking signs and large rocks at top of street to make clearer that parking is not allowed within ~200 feet of the entry to our street (on either side).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6"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Greet new residents (renters or new homeowners)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6"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 as a clearinghouse to help neighbors communicate with each other.  For example,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Helped get some trees that were overhanging the street trimmed by working with the neighbor.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Send out communications about animals/pets (e.g. dog bites, stray cats, </a:t>
            </a:r>
            <a:r>
              <a:rPr lang="en-US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etc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Continue to publish an annual street directory and maintain communication with all residents and homeowners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23A9CB-FE88-856A-2853-FB3CDCCA1749}"/>
              </a:ext>
            </a:extLst>
          </p:cNvPr>
          <p:cNvSpPr txBox="1">
            <a:spLocks/>
          </p:cNvSpPr>
          <p:nvPr/>
        </p:nvSpPr>
        <p:spPr>
          <a:xfrm>
            <a:off x="428184" y="1739783"/>
            <a:ext cx="4547484" cy="43220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Replaced old corroded metal electrical boxes at top of street with new plastic hardware.</a:t>
            </a:r>
          </a:p>
          <a:p>
            <a:pPr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Installed convex mirror at blind bend in the street.</a:t>
            </a:r>
          </a:p>
          <a:p>
            <a:pPr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Replaced camera wiring with armor-plated (insect and rodent resistant) wiring</a:t>
            </a:r>
          </a:p>
          <a:p>
            <a:pPr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Provided surveillance camera footage to residents to support crime investigations</a:t>
            </a:r>
          </a:p>
          <a:p>
            <a:pPr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Fully researched septic to sewer conversion project options, roadblocks and costs; met with city managers and others to determine feasibility and path forward.  Documented and concluded that no further action on this topic will be pursued.</a:t>
            </a:r>
          </a:p>
        </p:txBody>
      </p:sp>
    </p:spTree>
    <p:extLst>
      <p:ext uri="{BB962C8B-B14F-4D97-AF65-F5344CB8AC3E}">
        <p14:creationId xmlns:p14="http://schemas.microsoft.com/office/powerpoint/2010/main" val="2628622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BFDAF-6A0B-7165-9789-ED31217B5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Accomplishments and Actions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23A9CB-FE88-856A-2853-FB3CDCCA1749}"/>
              </a:ext>
            </a:extLst>
          </p:cNvPr>
          <p:cNvSpPr txBox="1">
            <a:spLocks/>
          </p:cNvSpPr>
          <p:nvPr/>
        </p:nvSpPr>
        <p:spPr>
          <a:xfrm>
            <a:off x="428184" y="1739783"/>
            <a:ext cx="4547484" cy="4322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10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Offer updates on important topics for the neighborhood (e.g. new state regulations about ADU’s, septic tank maintenance, neighborhood safety and security).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10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 and alert neighbors to the appropriate processes to use when faced with “Mission Prep” issues/concerns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10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Participated the Counsel of HOAs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141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BFDAF-6A0B-7165-9789-ED31217B5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Septic Questions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1BA940-9C10-9682-62E7-DF28F5BBE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septic systems need to be treated periodically with chemicals?</a:t>
            </a:r>
          </a:p>
          <a:p>
            <a:r>
              <a:rPr lang="en-US" dirty="0"/>
              <a:t>What do I do if I smell an odor emanating from drain?</a:t>
            </a:r>
          </a:p>
          <a:p>
            <a:r>
              <a:rPr lang="en-US" dirty="0"/>
              <a:t>Are there any cleaning products that should not be used to clean a toilet?</a:t>
            </a:r>
          </a:p>
          <a:p>
            <a:r>
              <a:rPr lang="en-US" dirty="0"/>
              <a:t>What are the problems that occur in septic systems that are 50+ years old?</a:t>
            </a:r>
          </a:p>
          <a:p>
            <a:r>
              <a:rPr lang="en-US" dirty="0"/>
              <a:t>Explain code compliance requirements when selling a or retrofitting a home</a:t>
            </a:r>
          </a:p>
          <a:p>
            <a:r>
              <a:rPr lang="en-US" dirty="0"/>
              <a:t>Explain gray water systems and segregation of waste streams.  </a:t>
            </a:r>
          </a:p>
          <a:p>
            <a:r>
              <a:rPr lang="en-US" dirty="0"/>
              <a:t>What are the steps to install new or replacement septic system?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877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E22A93-A109-43C7-53A3-EB53F60D03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Palos Verdes Fire Preparedness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A9DE35D-AF79-E7BC-383E-D219E034C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 Rounded MT Bold" panose="020F0704030504030204" pitchFamily="34" charset="77"/>
              </a:rPr>
              <a:t>April 27, 2025</a:t>
            </a:r>
          </a:p>
        </p:txBody>
      </p:sp>
    </p:spTree>
    <p:extLst>
      <p:ext uri="{BB962C8B-B14F-4D97-AF65-F5344CB8AC3E}">
        <p14:creationId xmlns:p14="http://schemas.microsoft.com/office/powerpoint/2010/main" val="2897838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F482C-7951-087B-6840-2F5651971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608E0-BBF6-0174-B84F-74127B07B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Much of the Palos Verdes Peninsula is considered a </a:t>
            </a:r>
            <a:r>
              <a:rPr lang="en-US" sz="2400" dirty="0">
                <a:hlinkClick r:id="rId2"/>
              </a:rPr>
              <a:t>Very High Fire Hazard Severity Zone</a:t>
            </a:r>
            <a:endParaRPr lang="en-US" sz="2400" dirty="0"/>
          </a:p>
          <a:p>
            <a:r>
              <a:rPr lang="en-US" sz="2400" dirty="0"/>
              <a:t>However, Sunnyside and Sol Vista lie just outside the current border line of the Moderately Severe Fire Hazard Zone (see map slide 6)</a:t>
            </a:r>
          </a:p>
          <a:p>
            <a:r>
              <a:rPr lang="en-US" sz="2400" dirty="0"/>
              <a:t>While we are no longer in the high severity zones, all residences in PV are required to maintain a </a:t>
            </a:r>
            <a:r>
              <a:rPr lang="en-US" sz="2400" dirty="0">
                <a:hlinkClick r:id="rId3"/>
              </a:rPr>
              <a:t>Defensible Space</a:t>
            </a:r>
            <a:r>
              <a:rPr lang="en-US" sz="2400" dirty="0"/>
              <a:t> around all structures.</a:t>
            </a:r>
          </a:p>
          <a:p>
            <a:r>
              <a:rPr lang="en-US" sz="2400" dirty="0"/>
              <a:t>LA County Fire has undertaken Several Fire Prevention/Mitigation Measures (slide 3), and offer Home Hardening tips (slide 4)</a:t>
            </a:r>
          </a:p>
          <a:p>
            <a:r>
              <a:rPr lang="en-US" sz="2400" dirty="0"/>
              <a:t>Housing Inspections of Individual Homeowner Compliance will be conducted in June</a:t>
            </a:r>
          </a:p>
        </p:txBody>
      </p:sp>
    </p:spTree>
    <p:extLst>
      <p:ext uri="{BB962C8B-B14F-4D97-AF65-F5344CB8AC3E}">
        <p14:creationId xmlns:p14="http://schemas.microsoft.com/office/powerpoint/2010/main" val="2109895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975F0-CF04-64C7-FEC5-3C4C4C12F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 County Fire Prevention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59D03-1EEB-D6C9-69D4-CC04B2866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Helopod</a:t>
            </a:r>
            <a:r>
              <a:rPr lang="en-US" sz="2000" dirty="0"/>
              <a:t> near City Hall with a 7,000 gallon capacity/autofill</a:t>
            </a:r>
          </a:p>
          <a:p>
            <a:r>
              <a:rPr lang="en-US" sz="2000" dirty="0"/>
              <a:t>Canadian </a:t>
            </a:r>
            <a:r>
              <a:rPr lang="en-US" sz="2000" dirty="0" err="1"/>
              <a:t>SuperScoopers</a:t>
            </a:r>
            <a:r>
              <a:rPr lang="en-US" sz="2000" dirty="0"/>
              <a:t> – 16,000 gallon capacity</a:t>
            </a:r>
          </a:p>
          <a:p>
            <a:r>
              <a:rPr lang="en-US" sz="2000" dirty="0"/>
              <a:t>Two fire patrols for Palos Verdes: fire trucks and water tender</a:t>
            </a:r>
          </a:p>
          <a:p>
            <a:r>
              <a:rPr lang="en-US" sz="2000" dirty="0" err="1"/>
              <a:t>Pano</a:t>
            </a:r>
            <a:r>
              <a:rPr lang="en-US" sz="2000" dirty="0"/>
              <a:t> AI cameras used to detect smoke</a:t>
            </a:r>
          </a:p>
          <a:p>
            <a:r>
              <a:rPr lang="en-US" sz="2000" dirty="0"/>
              <a:t>During a risk of fire additional staff will supplement existing assigned personnel</a:t>
            </a:r>
          </a:p>
          <a:p>
            <a:r>
              <a:rPr lang="en-US" sz="2000" dirty="0"/>
              <a:t>All LA County fire engines have the capacity to pump water from swimming pools</a:t>
            </a:r>
          </a:p>
        </p:txBody>
      </p:sp>
    </p:spTree>
    <p:extLst>
      <p:ext uri="{BB962C8B-B14F-4D97-AF65-F5344CB8AC3E}">
        <p14:creationId xmlns:p14="http://schemas.microsoft.com/office/powerpoint/2010/main" val="3084720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1EB7-1002-2231-A340-D0FDB36AB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Hardening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B25DA-F634-2B55-8176-0007682B9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Roof (clean) and rain gutters (clear debris)</a:t>
            </a:r>
          </a:p>
          <a:p>
            <a:r>
              <a:rPr lang="en-US" sz="2000" dirty="0"/>
              <a:t>Close any gaps in roof/structure where embers can enter</a:t>
            </a:r>
          </a:p>
          <a:p>
            <a:r>
              <a:rPr lang="en-US" sz="2000" dirty="0"/>
              <a:t>Remove hazards within 5 feet of structure: debris, dead plants, outdoor furniture, wood mulch, firewood</a:t>
            </a:r>
          </a:p>
          <a:p>
            <a:r>
              <a:rPr lang="en-US" sz="2000" dirty="0"/>
              <a:t>Exterior doors: make sure thresholds and weather stripping is tight</a:t>
            </a:r>
          </a:p>
          <a:p>
            <a:r>
              <a:rPr lang="en-US" sz="2000" dirty="0"/>
              <a:t>Open eaves: calk/plug any cracks</a:t>
            </a:r>
          </a:p>
          <a:p>
            <a:r>
              <a:rPr lang="en-US" sz="2000" dirty="0"/>
              <a:t>Vents: usually covered with ¼” screen.  Upgrade to 1/8” screen</a:t>
            </a:r>
          </a:p>
        </p:txBody>
      </p:sp>
    </p:spTree>
    <p:extLst>
      <p:ext uri="{BB962C8B-B14F-4D97-AF65-F5344CB8AC3E}">
        <p14:creationId xmlns:p14="http://schemas.microsoft.com/office/powerpoint/2010/main" val="1757388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DBFF-BC95-A493-9124-F637B04F5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 Event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64AB3-F918-CE4C-37E2-C9A1D6F98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Apps you should have:</a:t>
            </a:r>
          </a:p>
          <a:p>
            <a:pPr lvl="1"/>
            <a:r>
              <a:rPr lang="en-US" sz="2000" dirty="0" err="1"/>
              <a:t>Myshake</a:t>
            </a:r>
            <a:r>
              <a:rPr lang="en-US" sz="2000" dirty="0"/>
              <a:t>-earthquake</a:t>
            </a:r>
          </a:p>
          <a:p>
            <a:pPr lvl="1"/>
            <a:r>
              <a:rPr lang="en-US" sz="2000" dirty="0" err="1"/>
              <a:t>MyRPV</a:t>
            </a:r>
            <a:r>
              <a:rPr lang="en-US" sz="2000" dirty="0"/>
              <a:t>-city info/alerts</a:t>
            </a:r>
          </a:p>
          <a:p>
            <a:pPr lvl="1"/>
            <a:r>
              <a:rPr lang="en-US" sz="2000" dirty="0"/>
              <a:t>Text “</a:t>
            </a:r>
            <a:r>
              <a:rPr lang="en-US" sz="2000" dirty="0" err="1"/>
              <a:t>alertsb</a:t>
            </a:r>
            <a:r>
              <a:rPr lang="en-US" sz="2000" dirty="0"/>
              <a:t>” to 888-777 for PV alerts</a:t>
            </a:r>
          </a:p>
          <a:p>
            <a:pPr lvl="1"/>
            <a:r>
              <a:rPr lang="en-US" sz="2000" dirty="0"/>
              <a:t>Check you zone at </a:t>
            </a:r>
            <a:r>
              <a:rPr lang="en-US" sz="2000" dirty="0">
                <a:hlinkClick r:id="rId2"/>
              </a:rPr>
              <a:t>PVReady.gov</a:t>
            </a:r>
            <a:r>
              <a:rPr lang="en-US" sz="2000" dirty="0"/>
              <a:t>: so you know your escape route</a:t>
            </a:r>
          </a:p>
          <a:p>
            <a:r>
              <a:rPr lang="en-US" sz="2000" dirty="0"/>
              <a:t>Have a “go bag” ready</a:t>
            </a:r>
          </a:p>
          <a:p>
            <a:r>
              <a:rPr lang="en-US" sz="2000" dirty="0"/>
              <a:t>Be ready for immediate evacuation</a:t>
            </a:r>
          </a:p>
          <a:p>
            <a:r>
              <a:rPr lang="en-US" sz="2000" dirty="0"/>
              <a:t>Go early: avoid congestion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57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F19F4-4CD9-FEA8-AFAA-5D2055221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Palos Verdes </a:t>
            </a:r>
            <a:r>
              <a:rPr lang="en-US" dirty="0">
                <a:hlinkClick r:id="rId2"/>
              </a:rPr>
              <a:t>Fire Hazard Zone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C135C-6745-8034-5B64-1963B27D5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270000"/>
            <a:ext cx="7772400" cy="534962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2772302-2F63-6178-80DE-A7098C2CA0E0}"/>
              </a:ext>
            </a:extLst>
          </p:cNvPr>
          <p:cNvCxnSpPr>
            <a:cxnSpLocks/>
          </p:cNvCxnSpPr>
          <p:nvPr/>
        </p:nvCxnSpPr>
        <p:spPr>
          <a:xfrm flipH="1">
            <a:off x="6729573" y="4099389"/>
            <a:ext cx="503434" cy="636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6754C44-8848-0BA9-EFDB-ED88145C71C8}"/>
              </a:ext>
            </a:extLst>
          </p:cNvPr>
          <p:cNvSpPr txBox="1"/>
          <p:nvPr/>
        </p:nvSpPr>
        <p:spPr>
          <a:xfrm>
            <a:off x="7020311" y="3837779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2601 SSRR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2E51B0-2A5C-43A4-F715-606AE5610215}"/>
              </a:ext>
            </a:extLst>
          </p:cNvPr>
          <p:cNvSpPr txBox="1"/>
          <p:nvPr/>
        </p:nvSpPr>
        <p:spPr>
          <a:xfrm>
            <a:off x="8754583" y="94610"/>
            <a:ext cx="261400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u="sng" dirty="0"/>
          </a:p>
          <a:p>
            <a:r>
              <a:rPr lang="en-US" dirty="0"/>
              <a:t>Sunnyside Ridge is no longer in any Fire Hazard Severity Zone. Note: we are very close to the Moderate Zone. </a:t>
            </a:r>
          </a:p>
          <a:p>
            <a:endParaRPr lang="en-US" u="sng" dirty="0"/>
          </a:p>
          <a:p>
            <a:endParaRPr lang="en-US" u="sng" dirty="0"/>
          </a:p>
          <a:p>
            <a:r>
              <a:rPr lang="en-US" u="sng" dirty="0"/>
              <a:t>Homeowner’s Insurance</a:t>
            </a:r>
            <a:r>
              <a:rPr lang="en-US" dirty="0"/>
              <a:t>:</a:t>
            </a:r>
          </a:p>
          <a:p>
            <a:r>
              <a:rPr lang="en-US" dirty="0"/>
              <a:t>Don’t take any action</a:t>
            </a:r>
          </a:p>
          <a:p>
            <a:r>
              <a:rPr lang="en-US" dirty="0"/>
              <a:t>that would jeopardize your renewal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767A8-8264-9ECC-D7B3-6BCCEF76C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789" y="4172397"/>
            <a:ext cx="2556461" cy="21526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13DBE4-D41C-D74F-8A8D-52CA0EE9F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769" y="2352695"/>
            <a:ext cx="2556461" cy="215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593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92890-EEAC-4083-B5AA-542C8E6C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More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F8AC8-8F7E-3CB5-F40D-3B131C0A2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Review County of LA Annual Brush Clearance Notice</a:t>
            </a:r>
          </a:p>
          <a:p>
            <a:r>
              <a:rPr lang="en-US" sz="2000" dirty="0"/>
              <a:t>Review</a:t>
            </a:r>
            <a:r>
              <a:rPr lang="en-US" sz="2000" dirty="0">
                <a:hlinkClick r:id="rId2"/>
              </a:rPr>
              <a:t> Annual Brush Clearance Requirements</a:t>
            </a:r>
            <a:r>
              <a:rPr lang="en-US" sz="2000" dirty="0"/>
              <a:t>, watch videos and become familiar with the regulations</a:t>
            </a:r>
          </a:p>
          <a:p>
            <a:r>
              <a:rPr lang="en-US" sz="2000" dirty="0"/>
              <a:t>Access the LA County Fire Defensible Space Booklet</a:t>
            </a:r>
          </a:p>
          <a:p>
            <a:pPr lvl="1"/>
            <a:r>
              <a:rPr lang="en-US" sz="2000" dirty="0">
                <a:hlinkClick r:id="rId3"/>
              </a:rPr>
              <a:t>https://</a:t>
            </a:r>
            <a:r>
              <a:rPr lang="en-US" sz="2000" dirty="0" err="1">
                <a:hlinkClick r:id="rId3"/>
              </a:rPr>
              <a:t>fire.lacounty.gov</a:t>
            </a:r>
            <a:r>
              <a:rPr lang="en-US" sz="2000" dirty="0">
                <a:hlinkClick r:id="rId3"/>
              </a:rPr>
              <a:t>/wp-content/uploads/2021/05/Defensible-Space-booklet-2021WEB.pdf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29360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{5CAF50D4-1A6D-2849-A44F-4649A17CB9F4}tf10001060</Template>
  <TotalTime>7062</TotalTime>
  <Words>863</Words>
  <Application>Microsoft Macintosh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Rounded MT Bold</vt:lpstr>
      <vt:lpstr>Calibri</vt:lpstr>
      <vt:lpstr>Cambria</vt:lpstr>
      <vt:lpstr>Trebuchet MS</vt:lpstr>
      <vt:lpstr>Wingdings 3</vt:lpstr>
      <vt:lpstr>Facet</vt:lpstr>
      <vt:lpstr>SSRR HOA Annual Meeting  Agenda-April 27, 2025</vt:lpstr>
      <vt:lpstr>Accomplishments and Actions</vt:lpstr>
      <vt:lpstr>Accomplishments and Actions</vt:lpstr>
      <vt:lpstr>Septic Questions</vt:lpstr>
      <vt:lpstr>Palos Verdes Fire Preparedness</vt:lpstr>
      <vt:lpstr>Background </vt:lpstr>
      <vt:lpstr>LA County Fire Prevention Measures</vt:lpstr>
      <vt:lpstr>Home Hardening</vt:lpstr>
      <vt:lpstr>Fire Event </vt:lpstr>
      <vt:lpstr>Palos Verdes Fire Hazard Zone</vt:lpstr>
      <vt:lpstr>For More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Rainer Otto</dc:creator>
  <cp:lastModifiedBy>Rainer Otto</cp:lastModifiedBy>
  <cp:revision>14</cp:revision>
  <dcterms:created xsi:type="dcterms:W3CDTF">2023-04-12T21:43:21Z</dcterms:created>
  <dcterms:modified xsi:type="dcterms:W3CDTF">2025-05-07T04:35:39Z</dcterms:modified>
</cp:coreProperties>
</file>